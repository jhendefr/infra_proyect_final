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JetBrains Mono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F2A165-3F5B-43D9-9FB8-B179FCFFC11D}">
  <a:tblStyle styleId="{5EF2A165-3F5B-43D9-9FB8-B179FCFFC1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458390"/>
            <a:ext cx="8572500" cy="5941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0750" y="934650"/>
            <a:ext cx="11419500" cy="13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Proyecto Final SIS313: Sistema de Backups de Imágenes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57475" y="4538250"/>
            <a:ext cx="7248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Freddy Ignacio Bayo Luizaga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Arquitecto de Infraestructura &amp; Seguridad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657475" y="4907790"/>
            <a:ext cx="7248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Erick Alexander Ochoa Paz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Administrador de Sistemas &amp; DevOps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609850" y="5277330"/>
            <a:ext cx="7296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Jherson Efrain Vargas Paredes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Desarrollador Fullstack &amp; Automatización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923525" y="5779275"/>
            <a:ext cx="1728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Semestre 2/2025 |</a:t>
            </a:r>
            <a:endParaRPr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150" y="456866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43150" y="493820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43150" y="530774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43150" y="4134965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340200" y="2672075"/>
            <a:ext cx="11220600" cy="8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Implementando una Plataforma Segura y Escalable </a:t>
            </a:r>
            <a:r>
              <a:rPr lang="en-US" sz="2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para Respaldo de Archivos en Entornos VM</a:t>
            </a:r>
            <a:endParaRPr sz="1800"/>
          </a:p>
        </p:txBody>
      </p:sp>
      <p:sp>
        <p:nvSpPr>
          <p:cNvPr id="96" name="Google Shape;96;p13"/>
          <p:cNvSpPr txBox="1"/>
          <p:nvPr/>
        </p:nvSpPr>
        <p:spPr>
          <a:xfrm>
            <a:off x="2609850" y="4033827"/>
            <a:ext cx="6260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Infraestructura, Plataformas Tecnológicas y Redes (SIS313)</a:t>
            </a:r>
            <a:endParaRPr b="1">
              <a:solidFill>
                <a:srgbClr val="94A3B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85382"/>
            <a:ext cx="5324474" cy="3741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16783"/>
            <a:ext cx="5324474" cy="37413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Objetivo y Problema Resuelto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971550" y="3186374"/>
            <a:ext cx="477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Problema / Justificación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71550" y="3670214"/>
            <a:ext cx="4543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gestión de backups centralizada presenta un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Punto Único de Fallo (SPOF)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riesgos operacionales críticos.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677025" y="3207308"/>
            <a:ext cx="477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Solución Propuesta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677025" y="3691148"/>
            <a:ext cx="4543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Implementación de una arquitectura distribuida y tolerante a fallos para el almacenamiento de imágenes.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1083" y="320301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1057275" y="5685746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162050" y="4775114"/>
            <a:ext cx="43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Pérdida de datos por fallos en disco local.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57275" y="477637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162050" y="5079914"/>
            <a:ext cx="4353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Saturación de tráfico en servidores monolíticos.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057275" y="499869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162050" y="5689514"/>
            <a:ext cx="43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Falta de escalabilidad horizontal.</a:t>
            </a:r>
            <a:endParaRPr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32168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6762750" y="4680911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867525" y="4796048"/>
            <a:ext cx="43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Proxy Inverso (Nginx):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Balanceo y seguridad.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762750" y="4985711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867525" y="5100848"/>
            <a:ext cx="4353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Storage Dedicado: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Separación de cómputo y datos.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762750" y="5595311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867525" y="5710448"/>
            <a:ext cx="43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Alta Disponibilidad: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Redundancia de red.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757625" y="1459375"/>
            <a:ext cx="108534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🎯 </a:t>
            </a:r>
            <a:r>
              <a:rPr lang="en-US" sz="2100" b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Objetivo </a:t>
            </a:r>
            <a:endParaRPr sz="2100" b="1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D9CB4"/>
                </a:solidFill>
              </a:rPr>
              <a:t>Implementar un sistema seguro, distribuido y tolerante a fallos para </a:t>
            </a:r>
            <a:r>
              <a:rPr lang="en-US" sz="1500" b="1">
                <a:solidFill>
                  <a:srgbClr val="8D9CB4"/>
                </a:solidFill>
              </a:rPr>
              <a:t>subida, almacenamiento y respaldo de imágenes</a:t>
            </a:r>
            <a:r>
              <a:rPr lang="en-US" sz="1500">
                <a:solidFill>
                  <a:srgbClr val="8D9CB4"/>
                </a:solidFill>
              </a:rPr>
              <a:t>, utilizando una arquitectura por capas con VMs Ubuntu, balanceo, hardening y protocolos seguros.</a:t>
            </a:r>
            <a:endParaRPr sz="1900">
              <a:solidFill>
                <a:srgbClr val="8D9CB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100" b="1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81250"/>
            <a:ext cx="2543175" cy="318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9950" y="2381250"/>
            <a:ext cx="2543175" cy="318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381250"/>
            <a:ext cx="2543175" cy="318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67800" y="2381250"/>
            <a:ext cx="2543175" cy="31889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Stack Tecnológico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827484" y="4295775"/>
            <a:ext cx="205025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Ubuntu Server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76300" y="4779615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 / Netplan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3656409" y="4295775"/>
            <a:ext cx="205025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Nginx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3705225" y="4779615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Reverse Proxy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485334" y="4295775"/>
            <a:ext cx="205025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Python Flask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534150" y="4779615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Backend API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314259" y="4295775"/>
            <a:ext cx="205025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MariaDB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363075" y="4779615"/>
            <a:ext cx="1952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Persistencia</a:t>
            </a:r>
            <a:endParaRPr/>
          </a:p>
        </p:txBody>
      </p:sp>
      <p:pic>
        <p:nvPicPr>
          <p:cNvPr id="144" name="Google Shape;14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2834580"/>
            <a:ext cx="1952625" cy="1112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67162" y="2676525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2962870"/>
            <a:ext cx="1952625" cy="855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63087" y="2676525"/>
            <a:ext cx="1752600" cy="14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Aplicación de Tópicos SIS313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962025" y="1890266"/>
            <a:ext cx="106489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Seguridad y Hardening (T5)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Implementación de Firewall UFW con reglas estrictas (Allow 2222, 80, 443), Hardening de SSH (Puerto 2222, No Root Login) y certificados SSL autofirmados.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62025" y="3133873"/>
            <a:ext cx="10648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Optimización y Escalabilidad (T4)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Uso de Nginx como Reverse Proxy para descarga de SSL y manejo eficiente de archivos estáticos.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62025" y="4042320"/>
            <a:ext cx="10648950" cy="1024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Automatización (T6)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Configuración de red mediante Netplan y despliegue de reglas de enrutamiento y NAT persistentes con iptables-persistent.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62025" y="5304978"/>
            <a:ext cx="10648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Alta Disponibilidad (T2)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Arquitectura de 3 capas separando Proxy, Aplicación y Base de Datos para evitar puntos únicos de fallo.</a:t>
            </a:r>
            <a:endParaRPr/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2836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7197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8042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5343078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74465"/>
            <a:ext cx="53244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Diseño de Infraestructura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581025" y="1674465"/>
            <a:ext cx="559069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Segmentación de Red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81025" y="2158305"/>
            <a:ext cx="532447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 implementó una red interna 192.168.100.0/24 aislada, accesible únicamente a través del nodo Proxy que actúa como Gateway y Bastion Host.</a:t>
            </a:r>
            <a:endParaRPr/>
          </a:p>
        </p:txBody>
      </p:sp>
      <p:graphicFrame>
        <p:nvGraphicFramePr>
          <p:cNvPr id="173" name="Google Shape;173;p17"/>
          <p:cNvGraphicFramePr/>
          <p:nvPr/>
        </p:nvGraphicFramePr>
        <p:xfrm>
          <a:off x="581025" y="3272730"/>
          <a:ext cx="5324450" cy="2000250"/>
        </p:xfrm>
        <a:graphic>
          <a:graphicData uri="http://schemas.openxmlformats.org/drawingml/2006/table">
            <a:tbl>
              <a:tblPr firstRow="1" bandRow="1">
                <a:noFill/>
                <a:tableStyleId>{5EF2A165-3F5B-43D9-9FB8-B179FCFFC11D}</a:tableStyleId>
              </a:tblPr>
              <a:tblGrid>
                <a:gridCol w="12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ADE8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ADE8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IP Interna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ADE8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Servicio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Proxy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192.168.100.1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Gateway / Nginx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 WebApp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192.168.100.20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Gunicorn / Flask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DB</a:t>
                      </a:r>
                      <a:endParaRPr/>
                    </a:p>
                  </a:txBody>
                  <a:tcPr marL="2476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192.168.100.30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MariaDB (3306)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Storage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192.168.100.40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File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4" name="Google Shape;17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2581721"/>
            <a:ext cx="4943475" cy="247173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/>
          <p:nvPr/>
        </p:nvSpPr>
        <p:spPr>
          <a:xfrm>
            <a:off x="581025" y="3658492"/>
            <a:ext cx="12906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1871662" y="3658492"/>
            <a:ext cx="18823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754040" y="3658492"/>
            <a:ext cx="21514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81025" y="4058542"/>
            <a:ext cx="12906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871662" y="4058542"/>
            <a:ext cx="188237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754040" y="4058542"/>
            <a:ext cx="21514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81025" y="4458592"/>
            <a:ext cx="12906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871662" y="4458592"/>
            <a:ext cx="188237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754040" y="4458592"/>
            <a:ext cx="21514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81025" y="4858642"/>
            <a:ext cx="12906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1871662" y="4858642"/>
            <a:ext cx="188237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754040" y="4858642"/>
            <a:ext cx="21514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581025" y="5258692"/>
            <a:ext cx="129063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1871662" y="5258692"/>
            <a:ext cx="188237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754040" y="5258692"/>
            <a:ext cx="215145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87080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18713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58718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498723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Estrategia de Implementación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581025" y="2490787"/>
            <a:ext cx="559069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Configuración del Proxy Inverso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581025" y="2974627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estrategia central se basa en Nginx manejando el tráfico entrante.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857250" y="377472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62025" y="377472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Upstream: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Define el pool de servidores de aplicación (WebApp).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857250" y="443666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962025" y="4436662"/>
            <a:ext cx="4943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SSL/TLS: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Terminación segura en el borde.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57250" y="474146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962025" y="4741462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Routing: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Redirección inteligente de tráfico /files/ directo al Storage y tráfico dinámico a la App.</a:t>
            </a:r>
            <a:endParaRPr/>
          </a:p>
        </p:txBody>
      </p:sp>
      <p:pic>
        <p:nvPicPr>
          <p:cNvPr id="209" name="Google Shape;2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7950" y="1884075"/>
            <a:ext cx="4521949" cy="36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581025" y="581025"/>
            <a:ext cx="5190648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✔️ Validación Final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581025" y="1274415"/>
            <a:ext cx="4943475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581025" y="1677292"/>
            <a:ext cx="519064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Pruebas de Seguridad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581025" y="2275433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 verificó el bloqueo de puertos no esenciales mediante UFW. Solo el puerto 2222 (SSH Custom) y 443 (HTTPS) están expuestos en el Proxy.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581025" y="3666083"/>
            <a:ext cx="519064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Conclusión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581025" y="4264223"/>
            <a:ext cx="4943475" cy="18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proyecto logró desacoplar exitosamente la capa de almacenamiento de la lógica de negocio. El aprendizaje más valioso fue la implementación de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reglas de enrutamiento NAT persistentes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 iptables para permitir acceso a internet controlado desde la red privada.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/>
        </p:nvSpPr>
        <p:spPr>
          <a:xfrm>
            <a:off x="3310349" y="2690100"/>
            <a:ext cx="5824223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dirty="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GRACIAS</a:t>
            </a:r>
            <a:endParaRPr sz="9600" dirty="0"/>
          </a:p>
        </p:txBody>
      </p:sp>
      <p:sp>
        <p:nvSpPr>
          <p:cNvPr id="227" name="Google Shape;227;p20"/>
          <p:cNvSpPr/>
          <p:nvPr/>
        </p:nvSpPr>
        <p:spPr>
          <a:xfrm>
            <a:off x="580950" y="4554323"/>
            <a:ext cx="110301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Panorámica</PresentationFormat>
  <Paragraphs>73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Calibri</vt:lpstr>
      <vt:lpstr>JetBrains Mono</vt:lpstr>
      <vt:lpstr>Arial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Erick Alexander Ochoa Paz</cp:lastModifiedBy>
  <cp:revision>1</cp:revision>
  <dcterms:modified xsi:type="dcterms:W3CDTF">2025-12-02T15:38:59Z</dcterms:modified>
</cp:coreProperties>
</file>