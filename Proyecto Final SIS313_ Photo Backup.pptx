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Urbanist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970" y="2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0345" y="5118872"/>
            <a:ext cx="1662554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14657" y="2754332"/>
            <a:ext cx="79030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INFRAESTRUCTURA, PLATAFORMAS TECNOLÓGICAS Y REDES (SIS313)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566283"/>
            <a:ext cx="113061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Proyecto Final </a:t>
            </a:r>
            <a:r>
              <a:rPr lang="en-US" sz="480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SIS313 </a:t>
            </a: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Photo Backup Seguro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614657" y="2176515"/>
            <a:ext cx="892119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Implementando</a:t>
            </a:r>
            <a:r>
              <a:rPr lang="en-US" sz="18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8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Arquitectura</a:t>
            </a:r>
            <a:r>
              <a:rPr lang="en-US" sz="18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Distribuida</a:t>
            </a:r>
            <a:r>
              <a:rPr lang="en-US" sz="18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con Nginx, Flask y MariaDB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614657" y="3654034"/>
            <a:ext cx="7191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Integrantes</a:t>
            </a:r>
            <a:r>
              <a:rPr lang="en-US" sz="1350" b="1" i="0" u="none" strike="noStrike" cap="none" dirty="0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81025" y="5251877"/>
            <a:ext cx="7191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Semestre</a:t>
            </a:r>
            <a:r>
              <a:rPr lang="en-US" sz="1350" b="1" i="0" u="none" strike="noStrike" cap="none" dirty="0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 2/2025</a:t>
            </a:r>
            <a:endParaRPr dirty="0"/>
          </a:p>
        </p:txBody>
      </p:sp>
      <p:sp>
        <p:nvSpPr>
          <p:cNvPr id="3" name="Google Shape;87;p13">
            <a:extLst>
              <a:ext uri="{FF2B5EF4-FFF2-40B4-BE49-F238E27FC236}">
                <a16:creationId xmlns:a16="http://schemas.microsoft.com/office/drawing/2014/main" id="{D501E51F-B234-79D5-D307-122A99702806}"/>
              </a:ext>
            </a:extLst>
          </p:cNvPr>
          <p:cNvSpPr txBox="1"/>
          <p:nvPr/>
        </p:nvSpPr>
        <p:spPr>
          <a:xfrm>
            <a:off x="626441" y="4022045"/>
            <a:ext cx="7248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Freddy Ignacio Bayo Luizaga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Arquitecto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Infraestructura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endParaRPr dirty="0"/>
          </a:p>
        </p:txBody>
      </p:sp>
      <p:sp>
        <p:nvSpPr>
          <p:cNvPr id="4" name="Google Shape;88;p13">
            <a:extLst>
              <a:ext uri="{FF2B5EF4-FFF2-40B4-BE49-F238E27FC236}">
                <a16:creationId xmlns:a16="http://schemas.microsoft.com/office/drawing/2014/main" id="{8CC35DD5-5BE1-36F9-B877-02AE457471A2}"/>
              </a:ext>
            </a:extLst>
          </p:cNvPr>
          <p:cNvSpPr txBox="1"/>
          <p:nvPr/>
        </p:nvSpPr>
        <p:spPr>
          <a:xfrm>
            <a:off x="626441" y="4338987"/>
            <a:ext cx="7248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Erick Alexander Ochoa Paz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Administrador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Sistemas &amp; DevOps</a:t>
            </a:r>
            <a:endParaRPr dirty="0"/>
          </a:p>
        </p:txBody>
      </p:sp>
      <p:sp>
        <p:nvSpPr>
          <p:cNvPr id="5" name="Google Shape;89;p13">
            <a:extLst>
              <a:ext uri="{FF2B5EF4-FFF2-40B4-BE49-F238E27FC236}">
                <a16:creationId xmlns:a16="http://schemas.microsoft.com/office/drawing/2014/main" id="{5ACF6277-0C30-4013-C445-CA4136D42A19}"/>
              </a:ext>
            </a:extLst>
          </p:cNvPr>
          <p:cNvSpPr txBox="1"/>
          <p:nvPr/>
        </p:nvSpPr>
        <p:spPr>
          <a:xfrm>
            <a:off x="626441" y="4677366"/>
            <a:ext cx="7296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Jherson Efrain Vargas Paredes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Desarrollador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Fullstack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Automatización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0237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73140"/>
            <a:ext cx="527685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792465"/>
            <a:ext cx="527685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011790"/>
            <a:ext cx="527685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43650" y="1909762"/>
            <a:ext cx="52578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162050" y="811265"/>
            <a:ext cx="46805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Objetivo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125894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Implementar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sistema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centralizado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seguro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respaldo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imágenes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utilizando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arquitectura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microservicios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simulada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4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entornos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virtualizados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162050" y="3030590"/>
            <a:ext cx="46805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Problema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3478265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Falta de integridad en los datos y riesgos de seguridad al transmitir archivos sin cifrado en redes locales compartidas.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62050" y="5249915"/>
            <a:ext cx="46805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Solución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7250" y="569759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Arquitectura 4-Tier (Proxy, App, DB, Storage) con SSL, Hardening de SSH y Firewall UFW.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83507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305440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527372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543401" y="-33338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Objetivo y Problema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81025" y="4762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650777"/>
            <a:ext cx="2095500" cy="224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3787" y="2650777"/>
            <a:ext cx="2095500" cy="224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2712" y="2650777"/>
            <a:ext cx="2095500" cy="224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91637" y="2650777"/>
            <a:ext cx="2095500" cy="224403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81025" y="5180558"/>
            <a:ext cx="110299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Herramientas</a:t>
            </a:r>
            <a:r>
              <a:rPr lang="en-US" sz="1350" b="0" i="0" u="none" strike="noStrike" cap="none" dirty="0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Adicionales</a:t>
            </a:r>
            <a:r>
              <a:rPr lang="en-US" sz="1350" b="0" i="0" u="none" strike="noStrike" cap="none" dirty="0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350" b="0" i="0" u="none" strike="noStrike" cap="none" dirty="0" err="1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Netplan</a:t>
            </a:r>
            <a:r>
              <a:rPr lang="en-US" sz="1350" b="0" i="0" u="none" strike="noStrike" cap="none" dirty="0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, UFW</a:t>
            </a:r>
            <a:r>
              <a:rPr lang="en-US" sz="1350" b="0" i="0" u="none" strike="noStrike" cap="non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, OpenSSL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71612" y="29460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1137523" y="3898552"/>
            <a:ext cx="143017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Ubuntu Server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443037" y="4203352"/>
            <a:ext cx="8191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Base del SO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00537" y="29460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4391501" y="3898552"/>
            <a:ext cx="58007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Nginx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138612" y="4203352"/>
            <a:ext cx="10858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Proxy &amp; Storage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29462" y="29460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805374" y="3898552"/>
            <a:ext cx="141017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Flask (Python)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029450" y="4203352"/>
            <a:ext cx="9620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Backend Logic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958387" y="29460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9904333" y="3898552"/>
            <a:ext cx="87010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MariaDB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848850" y="4203352"/>
            <a:ext cx="981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Base de Datos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81025" y="3905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Tecnologías Principales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81025" y="113347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71662"/>
            <a:ext cx="537210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871662"/>
            <a:ext cx="537210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86237"/>
            <a:ext cx="537210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4186237"/>
            <a:ext cx="537210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219200" y="2109787"/>
            <a:ext cx="472059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Redes y Enrutamiento (T1)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57250" y="2557462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Segmentación de red con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Netplan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(192.168.100.0/24) y configuración de NAT/Forwarding con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iptables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acceso a internet controlado.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819900" y="2109787"/>
            <a:ext cx="47805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Seguridad y Hardening (T5)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515100" y="2557462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Implementación de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UFW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denegar tráfico por defecto, cambio de puerto SSH a 2222 y certificados SSL autofirmados.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162050" y="4424362"/>
            <a:ext cx="47805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Servicios Web (T3)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57250" y="4872037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Configuración avanzada de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Nginx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como Reverse Proxy con balanceo de carga y servidor de archivos estáticos (Storage).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791325" y="4424362"/>
            <a:ext cx="481060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Gestión de Datos (T4)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515100" y="4872037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Despliegue de base de datos relacional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MariaDB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y almacenamiento persistente desacoplado en servidor dedicado.</a:t>
            </a:r>
            <a:endParaRPr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133600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5100" y="21336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44481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5100" y="4448175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581025" y="3905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Temas SIS313 Aplicados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81025" y="113347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81025" y="1170682"/>
            <a:ext cx="504063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Topología de Red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81025" y="1913632"/>
            <a:ext cx="48006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581025" y="2494657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Segmentación: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81025" y="5047357"/>
            <a:ext cx="4800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El Proxy actúa como único punto de entrada, protegiendo los servicios internos mediante reglas de firewall estrictas.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81025" y="2951857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Host: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Acceso via Puerto 8443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81025" y="3351907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Proxy (192.168.100.1):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Gateway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único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581025" y="3751957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WebApp (.20):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Lógica Flask.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81025" y="4152007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DB (.30):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Persistencia SQL.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81025" y="4552057"/>
            <a:ext cx="480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Storage (.40):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Archivos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5042" y="3062058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5042" y="346037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7212" y="3860423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7980" y="422994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2102" y="4653324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233737"/>
            <a:ext cx="527685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81025" y="2538412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Metodología de Despliegue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66775" y="294798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Configuración manual de interfaces de red con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Netplan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66775" y="344328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Establecimiento de reglas de enmascaramiento y forwarding en el Proxy.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66775" y="4243387"/>
            <a:ext cx="49911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Despliegue de servicios Nginx con configuración de upstream para futura escalabilidad.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66775" y="50530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Hardening de SSH (Puerto 2222) aplicado a todas las VMs.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81025" y="2947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581025" y="34432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581025" y="42433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581025" y="50530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581025" y="3905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Estrategia de Implementación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81025" y="113347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00237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614862"/>
            <a:ext cx="527685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1909762"/>
            <a:ext cx="52578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6619875" y="1595437"/>
            <a:ext cx="49911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Acceso Seguro: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Se validó el acceso mediante https://localhost:8443 con redirección automática desde HTTP.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619875" y="266223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Carga de Archivos: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El flujo Proxy -&gt; WebApp -&gt; Storage funciona correctamente mediante método PUT.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619875" y="3414712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Seguridad: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El escaneo de puertos confirmó que solo el puerto 2222 (SSH) y 443 (HTTPS) están expuestos en el Proxy.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867525" y="4852987"/>
            <a:ext cx="473059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Conclusión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610350" y="5300662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 logró una infraestructura robusta y desacoplada, donde cada servicio cumple un rol específico, facilitando la mantenibilidad y escalabilidad futura.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334125" y="15954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334125" y="2662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334125" y="34147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pic>
        <p:nvPicPr>
          <p:cNvPr id="212" name="Google Shape;21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0350" y="4876800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581025" y="214312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Validación y Resultados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581025" y="957262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231703" y="0"/>
            <a:ext cx="1158144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GRACIAS</a:t>
            </a:r>
            <a:endParaRPr dirty="0"/>
          </a:p>
        </p:txBody>
      </p:sp>
      <p:pic>
        <p:nvPicPr>
          <p:cNvPr id="222" name="Google Shape;22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9212" y="616938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29312" y="616938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81787" y="616938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E6BB084-E6D6-CED4-E0A7-CF7B49FC2F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4647" y="1081409"/>
            <a:ext cx="4802706" cy="46951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465</Words>
  <Application>Microsoft Office PowerPoint</Application>
  <PresentationFormat>Panorámica</PresentationFormat>
  <Paragraphs>62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Urbanist</vt:lpstr>
      <vt:lpstr>Calibri</vt:lpstr>
      <vt:lpstr>Arial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Erick Alexander Ochoa Paz</cp:lastModifiedBy>
  <cp:revision>2</cp:revision>
  <dcterms:modified xsi:type="dcterms:W3CDTF">2025-12-02T18:55:33Z</dcterms:modified>
</cp:coreProperties>
</file>